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7.png" ContentType="image/png"/>
  <Override PartName="/ppt/media/image6.png" ContentType="image/png"/>
  <Override PartName="/ppt/media/image5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/>
          <a:p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A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AR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AR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821C84EC-D621-49BF-BF58-1A963A8948CA}" type="slidenum">
              <a:rPr b="0" lang="es-AR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Buscar una Dirección</a:t>
            </a:r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3854520" y="1768680"/>
            <a:ext cx="2369880" cy="4384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Pulsa “+”</a:t>
            </a:r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3854520" y="1768680"/>
            <a:ext cx="2369880" cy="4384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Escribe y selecciona la dirección</a:t>
            </a:r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3854520" y="1768680"/>
            <a:ext cx="2369880" cy="4384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mapa te indicara la distancia</a:t>
            </a:r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3854520" y="1768680"/>
            <a:ext cx="2369880" cy="4384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AR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Dale “Play” y comienza tu viaje</a:t>
            </a:r>
            <a:endParaRPr b="0" lang="es-AR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3854520" y="1768680"/>
            <a:ext cx="2369880" cy="4384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Application>LibreOffice/5.1.6.2$Linux_X86_64 LibreOffice_project/10m0$Build-2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2017-12-24T09:14:59Z</dcterms:created>
  <dc:creator/>
  <dc:description/>
  <dc:language>es-AR</dc:language>
  <cp:lastModifiedBy/>
  <dcterms:modified xsi:type="dcterms:W3CDTF">2017-12-24T12:38:16Z</dcterms:modified>
  <cp:revision>2</cp:revision>
  <dc:subject/>
  <dc:title/>
</cp:coreProperties>
</file>